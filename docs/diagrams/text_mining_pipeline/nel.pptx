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229600" cy="2743200"/>
  <p:notesSz cx="6858000" cy="9144000"/>
  <p:defaultTextStyle>
    <a:defPPr>
      <a:defRPr lang="de-DE"/>
    </a:defPPr>
    <a:lvl1pPr marL="0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91866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83732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75598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67464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59331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51197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43063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134929" algn="l" defTabSz="78373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740" y="-1398"/>
      </p:cViewPr>
      <p:guideLst>
        <p:guide orient="horz" pos="864"/>
        <p:guide pos="25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17220" y="852171"/>
            <a:ext cx="6995160" cy="588011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234440" y="1554480"/>
            <a:ext cx="5760720" cy="7010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1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3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55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7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51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43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34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19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258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082" y="1762760"/>
            <a:ext cx="6995160" cy="544830"/>
          </a:xfrm>
        </p:spPr>
        <p:txBody>
          <a:bodyPr anchor="t"/>
          <a:lstStyle>
            <a:lvl1pPr algn="l">
              <a:defRPr sz="34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50082" y="1162686"/>
            <a:ext cx="6995160" cy="600075"/>
          </a:xfrm>
        </p:spPr>
        <p:txBody>
          <a:bodyPr anchor="b"/>
          <a:lstStyle>
            <a:lvl1pPr marL="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1pPr>
            <a:lvl2pPr marL="39186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837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17559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74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93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511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306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3492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98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11480" y="640081"/>
            <a:ext cx="3634740" cy="181038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183380" y="640081"/>
            <a:ext cx="3634740" cy="181038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2485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11480" y="614045"/>
            <a:ext cx="3636169" cy="25590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866" indent="0">
              <a:buNone/>
              <a:defRPr sz="1700" b="1"/>
            </a:lvl2pPr>
            <a:lvl3pPr marL="783732" indent="0">
              <a:buNone/>
              <a:defRPr sz="1500" b="1"/>
            </a:lvl3pPr>
            <a:lvl4pPr marL="1175598" indent="0">
              <a:buNone/>
              <a:defRPr sz="1400" b="1"/>
            </a:lvl4pPr>
            <a:lvl5pPr marL="1567464" indent="0">
              <a:buNone/>
              <a:defRPr sz="1400" b="1"/>
            </a:lvl5pPr>
            <a:lvl6pPr marL="1959331" indent="0">
              <a:buNone/>
              <a:defRPr sz="1400" b="1"/>
            </a:lvl6pPr>
            <a:lvl7pPr marL="2351197" indent="0">
              <a:buNone/>
              <a:defRPr sz="1400" b="1"/>
            </a:lvl7pPr>
            <a:lvl8pPr marL="2743063" indent="0">
              <a:buNone/>
              <a:defRPr sz="1400" b="1"/>
            </a:lvl8pPr>
            <a:lvl9pPr marL="3134929" indent="0">
              <a:buNone/>
              <a:defRPr sz="14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11480" y="869950"/>
            <a:ext cx="3636169" cy="1580516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180525" y="614045"/>
            <a:ext cx="3637598" cy="255905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866" indent="0">
              <a:buNone/>
              <a:defRPr sz="1700" b="1"/>
            </a:lvl2pPr>
            <a:lvl3pPr marL="783732" indent="0">
              <a:buNone/>
              <a:defRPr sz="1500" b="1"/>
            </a:lvl3pPr>
            <a:lvl4pPr marL="1175598" indent="0">
              <a:buNone/>
              <a:defRPr sz="1400" b="1"/>
            </a:lvl4pPr>
            <a:lvl5pPr marL="1567464" indent="0">
              <a:buNone/>
              <a:defRPr sz="1400" b="1"/>
            </a:lvl5pPr>
            <a:lvl6pPr marL="1959331" indent="0">
              <a:buNone/>
              <a:defRPr sz="1400" b="1"/>
            </a:lvl6pPr>
            <a:lvl7pPr marL="2351197" indent="0">
              <a:buNone/>
              <a:defRPr sz="1400" b="1"/>
            </a:lvl7pPr>
            <a:lvl8pPr marL="2743063" indent="0">
              <a:buNone/>
              <a:defRPr sz="1400" b="1"/>
            </a:lvl8pPr>
            <a:lvl9pPr marL="3134929" indent="0">
              <a:buNone/>
              <a:defRPr sz="14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180525" y="869950"/>
            <a:ext cx="3637598" cy="1580516"/>
          </a:xfrm>
        </p:spPr>
        <p:txBody>
          <a:bodyPr/>
          <a:lstStyle>
            <a:lvl1pPr>
              <a:defRPr sz="2100"/>
            </a:lvl1pPr>
            <a:lvl2pPr>
              <a:defRPr sz="17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18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424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7599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11483" y="109220"/>
            <a:ext cx="2707482" cy="464820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17545" y="109221"/>
            <a:ext cx="4600575" cy="2341245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11483" y="574041"/>
            <a:ext cx="2707482" cy="1876425"/>
          </a:xfrm>
        </p:spPr>
        <p:txBody>
          <a:bodyPr/>
          <a:lstStyle>
            <a:lvl1pPr marL="0" indent="0">
              <a:buNone/>
              <a:defRPr sz="1200"/>
            </a:lvl1pPr>
            <a:lvl2pPr marL="391866" indent="0">
              <a:buNone/>
              <a:defRPr sz="1000"/>
            </a:lvl2pPr>
            <a:lvl3pPr marL="783732" indent="0">
              <a:buNone/>
              <a:defRPr sz="900"/>
            </a:lvl3pPr>
            <a:lvl4pPr marL="1175598" indent="0">
              <a:buNone/>
              <a:defRPr sz="800"/>
            </a:lvl4pPr>
            <a:lvl5pPr marL="1567464" indent="0">
              <a:buNone/>
              <a:defRPr sz="800"/>
            </a:lvl5pPr>
            <a:lvl6pPr marL="1959331" indent="0">
              <a:buNone/>
              <a:defRPr sz="800"/>
            </a:lvl6pPr>
            <a:lvl7pPr marL="2351197" indent="0">
              <a:buNone/>
              <a:defRPr sz="800"/>
            </a:lvl7pPr>
            <a:lvl8pPr marL="2743063" indent="0">
              <a:buNone/>
              <a:defRPr sz="800"/>
            </a:lvl8pPr>
            <a:lvl9pPr marL="3134929" indent="0">
              <a:buNone/>
              <a:defRPr sz="8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627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13059" y="1920241"/>
            <a:ext cx="4937760" cy="226695"/>
          </a:xfrm>
        </p:spPr>
        <p:txBody>
          <a:bodyPr anchor="b"/>
          <a:lstStyle>
            <a:lvl1pPr algn="l">
              <a:defRPr sz="17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613059" y="245111"/>
            <a:ext cx="4937760" cy="1645920"/>
          </a:xfrm>
        </p:spPr>
        <p:txBody>
          <a:bodyPr/>
          <a:lstStyle>
            <a:lvl1pPr marL="0" indent="0">
              <a:buNone/>
              <a:defRPr sz="2700"/>
            </a:lvl1pPr>
            <a:lvl2pPr marL="391866" indent="0">
              <a:buNone/>
              <a:defRPr sz="2400"/>
            </a:lvl2pPr>
            <a:lvl3pPr marL="783732" indent="0">
              <a:buNone/>
              <a:defRPr sz="2100"/>
            </a:lvl3pPr>
            <a:lvl4pPr marL="1175598" indent="0">
              <a:buNone/>
              <a:defRPr sz="1700"/>
            </a:lvl4pPr>
            <a:lvl5pPr marL="1567464" indent="0">
              <a:buNone/>
              <a:defRPr sz="1700"/>
            </a:lvl5pPr>
            <a:lvl6pPr marL="1959331" indent="0">
              <a:buNone/>
              <a:defRPr sz="1700"/>
            </a:lvl6pPr>
            <a:lvl7pPr marL="2351197" indent="0">
              <a:buNone/>
              <a:defRPr sz="1700"/>
            </a:lvl7pPr>
            <a:lvl8pPr marL="2743063" indent="0">
              <a:buNone/>
              <a:defRPr sz="1700"/>
            </a:lvl8pPr>
            <a:lvl9pPr marL="3134929" indent="0">
              <a:buNone/>
              <a:defRPr sz="17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613059" y="2146936"/>
            <a:ext cx="4937760" cy="321945"/>
          </a:xfrm>
        </p:spPr>
        <p:txBody>
          <a:bodyPr/>
          <a:lstStyle>
            <a:lvl1pPr marL="0" indent="0">
              <a:buNone/>
              <a:defRPr sz="1200"/>
            </a:lvl1pPr>
            <a:lvl2pPr marL="391866" indent="0">
              <a:buNone/>
              <a:defRPr sz="1000"/>
            </a:lvl2pPr>
            <a:lvl3pPr marL="783732" indent="0">
              <a:buNone/>
              <a:defRPr sz="900"/>
            </a:lvl3pPr>
            <a:lvl4pPr marL="1175598" indent="0">
              <a:buNone/>
              <a:defRPr sz="800"/>
            </a:lvl4pPr>
            <a:lvl5pPr marL="1567464" indent="0">
              <a:buNone/>
              <a:defRPr sz="800"/>
            </a:lvl5pPr>
            <a:lvl6pPr marL="1959331" indent="0">
              <a:buNone/>
              <a:defRPr sz="800"/>
            </a:lvl6pPr>
            <a:lvl7pPr marL="2351197" indent="0">
              <a:buNone/>
              <a:defRPr sz="800"/>
            </a:lvl7pPr>
            <a:lvl8pPr marL="2743063" indent="0">
              <a:buNone/>
              <a:defRPr sz="800"/>
            </a:lvl8pPr>
            <a:lvl9pPr marL="3134929" indent="0">
              <a:buNone/>
              <a:defRPr sz="8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4949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638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5966460" y="109855"/>
            <a:ext cx="1851660" cy="2340611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11480" y="109855"/>
            <a:ext cx="5417820" cy="2340611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324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1480" y="109856"/>
            <a:ext cx="7406640" cy="457200"/>
          </a:xfrm>
          <a:prstGeom prst="rect">
            <a:avLst/>
          </a:prstGeom>
        </p:spPr>
        <p:txBody>
          <a:bodyPr vert="horz" lIns="78373" tIns="39187" rIns="78373" bIns="39187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11480" y="640081"/>
            <a:ext cx="7406640" cy="1810385"/>
          </a:xfrm>
          <a:prstGeom prst="rect">
            <a:avLst/>
          </a:prstGeom>
        </p:spPr>
        <p:txBody>
          <a:bodyPr vert="horz" lIns="78373" tIns="39187" rIns="78373" bIns="39187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11480" y="2542540"/>
            <a:ext cx="1920240" cy="146051"/>
          </a:xfrm>
          <a:prstGeom prst="rect">
            <a:avLst/>
          </a:prstGeom>
        </p:spPr>
        <p:txBody>
          <a:bodyPr vert="horz" lIns="78373" tIns="39187" rIns="78373" bIns="39187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81900-4ABE-4656-9219-DE7154ED0EBA}" type="datetimeFigureOut">
              <a:rPr lang="de-DE" smtClean="0"/>
              <a:t>21.07.2017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811780" y="2542540"/>
            <a:ext cx="2606040" cy="146051"/>
          </a:xfrm>
          <a:prstGeom prst="rect">
            <a:avLst/>
          </a:prstGeom>
        </p:spPr>
        <p:txBody>
          <a:bodyPr vert="horz" lIns="78373" tIns="39187" rIns="78373" bIns="39187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897880" y="2542540"/>
            <a:ext cx="1920240" cy="146051"/>
          </a:xfrm>
          <a:prstGeom prst="rect">
            <a:avLst/>
          </a:prstGeom>
        </p:spPr>
        <p:txBody>
          <a:bodyPr vert="horz" lIns="78373" tIns="39187" rIns="78373" bIns="39187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481D8-54C6-431B-97CB-B579E25D96A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33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3732" rtl="0" eaLnBrk="1" latinLnBrk="0" hangingPunct="1"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900" indent="-293900" algn="l" defTabSz="783732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6782" indent="-244916" algn="l" defTabSz="783732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9665" indent="-195933" algn="l" defTabSz="783732" rtl="0" eaLnBrk="1" latinLnBrk="0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indent="-195933" algn="l" defTabSz="783732" rtl="0" eaLnBrk="1" latinLnBrk="0" hangingPunct="1">
        <a:spcBef>
          <a:spcPct val="200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63398" indent="-195933" algn="l" defTabSz="783732" rtl="0" eaLnBrk="1" latinLnBrk="0" hangingPunct="1">
        <a:spcBef>
          <a:spcPct val="20000"/>
        </a:spcBef>
        <a:buFont typeface="Arial" panose="020B0604020202020204" pitchFamily="34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55264" indent="-195933" algn="l" defTabSz="783732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47130" indent="-195933" algn="l" defTabSz="783732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8996" indent="-195933" algn="l" defTabSz="783732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30862" indent="-195933" algn="l" defTabSz="783732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866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3732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5598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7464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9331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51197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063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34929" algn="l" defTabSz="78373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Abgerundetes Rechteck 70"/>
          <p:cNvSpPr/>
          <p:nvPr/>
        </p:nvSpPr>
        <p:spPr>
          <a:xfrm>
            <a:off x="76200" y="381001"/>
            <a:ext cx="1271677" cy="76523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Newspaper</a:t>
            </a:r>
          </a:p>
          <a:p>
            <a:pPr algn="ctr"/>
            <a:r>
              <a:rPr lang="en-US" sz="1600" dirty="0" smtClean="0"/>
              <a:t>import</a:t>
            </a:r>
            <a:endParaRPr lang="de-DE" sz="1600" dirty="0"/>
          </a:p>
        </p:txBody>
      </p:sp>
      <p:sp>
        <p:nvSpPr>
          <p:cNvPr id="72" name="Abgerundetes Rechteck 71"/>
          <p:cNvSpPr/>
          <p:nvPr/>
        </p:nvSpPr>
        <p:spPr>
          <a:xfrm>
            <a:off x="1709737" y="380993"/>
            <a:ext cx="1271677" cy="76523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Link candidate recognition</a:t>
            </a:r>
            <a:endParaRPr lang="de-DE" sz="1600" dirty="0"/>
          </a:p>
        </p:txBody>
      </p:sp>
      <p:sp>
        <p:nvSpPr>
          <p:cNvPr id="73" name="Abgerundetes Rechteck 72"/>
          <p:cNvSpPr/>
          <p:nvPr/>
        </p:nvSpPr>
        <p:spPr>
          <a:xfrm>
            <a:off x="5017342" y="381002"/>
            <a:ext cx="1271677" cy="76523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mtClean="0"/>
              <a:t>Entity linking</a:t>
            </a:r>
            <a:endParaRPr lang="de-DE" sz="1600" dirty="0"/>
          </a:p>
        </p:txBody>
      </p:sp>
      <p:sp>
        <p:nvSpPr>
          <p:cNvPr id="74" name="Abgerundetes Rechteck 73"/>
          <p:cNvSpPr/>
          <p:nvPr/>
        </p:nvSpPr>
        <p:spPr>
          <a:xfrm>
            <a:off x="3352800" y="380995"/>
            <a:ext cx="1271677" cy="765231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Feature extraction</a:t>
            </a:r>
            <a:endParaRPr lang="de-DE" sz="1600" dirty="0"/>
          </a:p>
        </p:txBody>
      </p:sp>
      <p:sp>
        <p:nvSpPr>
          <p:cNvPr id="77" name="Abgerundetes Rechteck 76"/>
          <p:cNvSpPr/>
          <p:nvPr/>
        </p:nvSpPr>
        <p:spPr>
          <a:xfrm>
            <a:off x="6646652" y="1592578"/>
            <a:ext cx="1271677" cy="76523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Curation interface</a:t>
            </a:r>
            <a:endParaRPr lang="de-DE" sz="1600" dirty="0"/>
          </a:p>
        </p:txBody>
      </p:sp>
      <p:cxnSp>
        <p:nvCxnSpPr>
          <p:cNvPr id="78" name="Gerade Verbindung mit Pfeil 77"/>
          <p:cNvCxnSpPr>
            <a:stCxn id="71" idx="3"/>
            <a:endCxn id="72" idx="1"/>
          </p:cNvCxnSpPr>
          <p:nvPr/>
        </p:nvCxnSpPr>
        <p:spPr>
          <a:xfrm flipV="1">
            <a:off x="1347877" y="763610"/>
            <a:ext cx="361860" cy="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Gerade Verbindung mit Pfeil 78"/>
          <p:cNvCxnSpPr>
            <a:stCxn id="72" idx="3"/>
            <a:endCxn id="74" idx="1"/>
          </p:cNvCxnSpPr>
          <p:nvPr/>
        </p:nvCxnSpPr>
        <p:spPr>
          <a:xfrm>
            <a:off x="2981414" y="763610"/>
            <a:ext cx="371386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Gerade Verbindung mit Pfeil 79"/>
          <p:cNvCxnSpPr>
            <a:stCxn id="74" idx="3"/>
            <a:endCxn id="73" idx="1"/>
          </p:cNvCxnSpPr>
          <p:nvPr/>
        </p:nvCxnSpPr>
        <p:spPr>
          <a:xfrm>
            <a:off x="4624477" y="763611"/>
            <a:ext cx="392865" cy="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Gerade Verbindung mit Pfeil 80"/>
          <p:cNvCxnSpPr>
            <a:stCxn id="73" idx="3"/>
            <a:endCxn id="16" idx="1"/>
          </p:cNvCxnSpPr>
          <p:nvPr/>
        </p:nvCxnSpPr>
        <p:spPr>
          <a:xfrm>
            <a:off x="6289019" y="763619"/>
            <a:ext cx="35763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Gerade Verbindung mit Pfeil 81"/>
          <p:cNvCxnSpPr>
            <a:stCxn id="73" idx="2"/>
            <a:endCxn id="15" idx="0"/>
          </p:cNvCxnSpPr>
          <p:nvPr/>
        </p:nvCxnSpPr>
        <p:spPr>
          <a:xfrm flipH="1">
            <a:off x="5653180" y="1146235"/>
            <a:ext cx="1" cy="4463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Gerade Verbindung mit Pfeil 82"/>
          <p:cNvCxnSpPr>
            <a:stCxn id="16" idx="2"/>
            <a:endCxn id="77" idx="0"/>
          </p:cNvCxnSpPr>
          <p:nvPr/>
        </p:nvCxnSpPr>
        <p:spPr>
          <a:xfrm>
            <a:off x="7282489" y="1146235"/>
            <a:ext cx="2" cy="44634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Abgerundetes Rechteck 14"/>
          <p:cNvSpPr/>
          <p:nvPr/>
        </p:nvSpPr>
        <p:spPr>
          <a:xfrm>
            <a:off x="5017341" y="1592578"/>
            <a:ext cx="1271677" cy="765233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Relation extraction</a:t>
            </a:r>
            <a:endParaRPr lang="de-DE" sz="1600" dirty="0"/>
          </a:p>
        </p:txBody>
      </p:sp>
      <p:sp>
        <p:nvSpPr>
          <p:cNvPr id="16" name="Abgerundetes Rechteck 15"/>
          <p:cNvSpPr/>
          <p:nvPr/>
        </p:nvSpPr>
        <p:spPr>
          <a:xfrm>
            <a:off x="6646650" y="381002"/>
            <a:ext cx="1271677" cy="765233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HTML export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189412957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</dc:creator>
  <cp:lastModifiedBy>Microsoft</cp:lastModifiedBy>
  <cp:revision>14</cp:revision>
  <dcterms:created xsi:type="dcterms:W3CDTF">2017-07-09T12:52:49Z</dcterms:created>
  <dcterms:modified xsi:type="dcterms:W3CDTF">2017-07-21T11:45:11Z</dcterms:modified>
</cp:coreProperties>
</file>